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D98351-CA81-41FA-A4C4-CAA626CFC7DC}">
  <a:tblStyle styleId="{32D98351-CA81-41FA-A4C4-CAA626CFC7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11" Type="http://schemas.openxmlformats.org/officeDocument/2006/relationships/image" Target="../media/image19.png"/><Relationship Id="rId10" Type="http://schemas.openxmlformats.org/officeDocument/2006/relationships/image" Target="../media/image16.png"/><Relationship Id="rId9" Type="http://schemas.openxmlformats.org/officeDocument/2006/relationships/image" Target="../media/image30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037" y="4203352"/>
            <a:ext cx="1006792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62037" y="1949797"/>
            <a:ext cx="100679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PROJECT-BASED LEARNING (PBL)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10339" y="2528887"/>
            <a:ext cx="10571321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SOFTWARE QUALITY </a:t>
            </a:r>
            <a:r>
              <a:rPr b="1" i="0" lang="en-US" sz="480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ENGINEERING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62037" y="3529012"/>
            <a:ext cx="100679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Holistic Quality Assurance for Multi-Platform Systems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114800" y="4498627"/>
            <a:ext cx="9620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Ahmad Zia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SAP ID: 54635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648325" y="4498627"/>
            <a:ext cx="1009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M. Abdullah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SAP ID: 47618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229475" y="4498627"/>
            <a:ext cx="8477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Course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BSSE 6 - SQE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11040"/>
            <a:ext cx="5334000" cy="2616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11040"/>
            <a:ext cx="5334000" cy="261699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57250" y="2896790"/>
            <a:ext cx="5000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Testing Philosophy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3392090"/>
            <a:ext cx="47625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project applies core Software Quality Engineering (SQE) practices to ensure reliability, correctness, and usability across three diverse software paradigms.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4226123"/>
            <a:ext cx="47625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focus is on maximizing test coverage through a combined approach of structural and functional validation.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72250" y="2896790"/>
            <a:ext cx="5000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Key Objectives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10375" y="3449240"/>
            <a:ext cx="45243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Execute comprehensive manual testing workflows.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810375" y="3803451"/>
            <a:ext cx="45243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 white-box coverage (Statement/Branch).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810375" y="4157662"/>
            <a:ext cx="45243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Validate black-box scenarios (BVA/EP).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810375" y="4511873"/>
            <a:ext cx="45243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Automate regression suites for long-term stability.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72250" y="3449240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72250" y="3803451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572250" y="4157662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572250" y="4511873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Introduction &amp; Objective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2883"/>
            <a:ext cx="3492549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92883"/>
            <a:ext cx="3492549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92883"/>
            <a:ext cx="3492549" cy="26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94225" y="3621583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Web App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4116883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TripBuddy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full-stack MERN tour guide platform featuring booking and payment.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572524" y="3621583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DSA System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45074" y="4116883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InternConnect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console-based internship management tool built with C++.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350824" y="3621583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Mobile App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23374" y="4116883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TourGuide Mobile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Cross-platform travel guide application with real-time ratings.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9357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935783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2849" y="2935783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Portfolio Scope: Three Tested Systems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0978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2109787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Full-Stack Solution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2605087"/>
            <a:ext cx="5334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Testing a modern service-oriented architecture using MongoDB, Express, React, and Node.js.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119312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809625" y="3237309"/>
            <a:ext cx="50958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Secure Auth: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Multi-role login validation.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09625" y="3591520"/>
            <a:ext cx="50958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E-Commerce: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Secure card payment gateways.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09625" y="3945731"/>
            <a:ext cx="50958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Admin: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Real-time booking management dashboards.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3237309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3591520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71500" y="3945731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TripBuddy: MERN Web Testing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0978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71500" y="2109787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Algorithm Validation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2605087"/>
            <a:ext cx="5334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Rigorous verification of a C++ console application focusing on data structures and management logic.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119312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809625" y="3237309"/>
            <a:ext cx="50958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Handling: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CNIC and Email validation logic.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09625" y="3591520"/>
            <a:ext cx="50958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Module Check: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Student, Company, and Admin access levels.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09625" y="3945731"/>
            <a:ext cx="50958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Algorithms: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Accurate retrieval and deletion workflows.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3237309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3591520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571500" y="3945731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InternConnect: DSA Logic Testing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0978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571500" y="2109787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Mobile Platform Integrity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2605087"/>
            <a:ext cx="5334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Assessing performance and cross-screen compatibility for mobile travel enthusiasts.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119312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809625" y="3237309"/>
            <a:ext cx="50958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UX Design: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Verification of Dark Mode and Navigation.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09625" y="3591520"/>
            <a:ext cx="50958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Features: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Rating systems, image uploads, and query forms.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09625" y="3945731"/>
            <a:ext cx="50958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Cart Logic: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Validating total amount calculations during checkout.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3237309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3591520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3945731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TourGuide: Mobile UI/UX Testing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2928"/>
            <a:ext cx="2547937" cy="2893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472928"/>
            <a:ext cx="2547937" cy="2893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472928"/>
            <a:ext cx="2547937" cy="2893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2472928"/>
            <a:ext cx="2547937" cy="289321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817840" y="3501628"/>
            <a:ext cx="205525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White Box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66775" y="3996928"/>
            <a:ext cx="1957387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Analyzing internal logic, control flow graphs, and structural code coverage.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3651527" y="3501628"/>
            <a:ext cx="205525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Black Box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700462" y="3996928"/>
            <a:ext cx="1957387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Validating functional requirements from the end-user's perspective without code access.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485215" y="3501628"/>
            <a:ext cx="205525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Manual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534150" y="3996928"/>
            <a:ext cx="1957387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Human-led exploration, smoke testing, and artifact preparation (Test Plans).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318902" y="3501628"/>
            <a:ext cx="205525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Automated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367837" y="3996928"/>
            <a:ext cx="1957387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Script-based validation using Cypress, Selenium, Catch2, and Doctest.h.</a:t>
            </a:r>
            <a:endParaRPr/>
          </a:p>
        </p:txBody>
      </p:sp>
      <p:pic>
        <p:nvPicPr>
          <p:cNvPr descr="image.png" id="200" name="Google Shape;20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16868" y="28158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50556" y="28158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12818" y="2815828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60781" y="2815828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Holistic Testing Methodologies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0654"/>
            <a:ext cx="5334000" cy="3077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80654"/>
            <a:ext cx="5334000" cy="307776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857250" y="2666404"/>
            <a:ext cx="5000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Coverage Metrics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857250" y="3161704"/>
            <a:ext cx="47625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achieved deep penetration into the system source code to identify hidden logical errors.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572250" y="2666404"/>
            <a:ext cx="5000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Advanced Techniques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572250" y="3161704"/>
            <a:ext cx="47625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Ensuring complex paths and loops are verified for both Web and Console apps.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095375" y="3793926"/>
            <a:ext cx="45243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Statement Coverage: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Executing every line of code at least once.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095375" y="4388048"/>
            <a:ext cx="45243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Branch Coverage: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Testing all Decision points (True/False).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810375" y="3793926"/>
            <a:ext cx="45243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Path Testing: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Independent paths through logic.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810375" y="4148137"/>
            <a:ext cx="45243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Condition Coverage: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Testing multiple conditions within a branch.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810375" y="4742259"/>
            <a:ext cx="45243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Basis Path: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Using Cyclomatic Complexity to find paths.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57250" y="3793926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57250" y="4388048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572250" y="3793926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572250" y="4148137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572250" y="4742259"/>
            <a:ext cx="17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Structural White Box Testing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7760"/>
            <a:ext cx="11049000" cy="27235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5" name="Google Shape;235;p21"/>
          <p:cNvGraphicFramePr/>
          <p:nvPr/>
        </p:nvGraphicFramePr>
        <p:xfrm>
          <a:off x="571500" y="2557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{32D98351-CA81-41FA-A4C4-CAA626CFC7DC}</a:tableStyleId>
              </a:tblPr>
              <a:tblGrid>
                <a:gridCol w="2051150"/>
                <a:gridCol w="3271825"/>
                <a:gridCol w="2818800"/>
                <a:gridCol w="2907200"/>
              </a:tblGrid>
              <a:tr h="54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Technique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 App (TripBuddy)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DSA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Mobile App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4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EP / BVA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Login field 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CNIC (13-digit) check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Phone number length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Decision Table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Payment approval 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 access permissions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Login cred combinations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State Transition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Pending → Approved → Paid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 Applied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Cart → Checkout 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Tour Booking Journey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Internship record life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Gallery Upload workflow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21"/>
          <p:cNvSpPr/>
          <p:nvPr/>
        </p:nvSpPr>
        <p:spPr>
          <a:xfrm>
            <a:off x="571500" y="3661469"/>
            <a:ext cx="2051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2622649" y="3661469"/>
            <a:ext cx="3271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5894486" y="3661469"/>
            <a:ext cx="28188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8713291" y="3661469"/>
            <a:ext cx="2907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571500" y="4196655"/>
            <a:ext cx="2051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2622649" y="4196655"/>
            <a:ext cx="3271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5894486" y="4196655"/>
            <a:ext cx="28188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8713291" y="4196655"/>
            <a:ext cx="2907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571500" y="4731841"/>
            <a:ext cx="2051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2622649" y="4731841"/>
            <a:ext cx="3271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5894486" y="4731841"/>
            <a:ext cx="28188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8713291" y="4731841"/>
            <a:ext cx="2907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71500" y="5267027"/>
            <a:ext cx="2051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2622649" y="5267027"/>
            <a:ext cx="3271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5894486" y="5267027"/>
            <a:ext cx="28188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8713291" y="5267027"/>
            <a:ext cx="2907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Functional Black Box Techniques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2883"/>
            <a:ext cx="3492549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92883"/>
            <a:ext cx="3492549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92883"/>
            <a:ext cx="3492549" cy="26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794225" y="3621583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Smoke Testing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866775" y="4116883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Verifying major critical features (Launch, Login, Core DB connection) for initial stability.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4572524" y="3621583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Sanity Testing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4645074" y="4116883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Verifying that bug fixes and minor changes didn't break core functionality (Regression check).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8350824" y="3621583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Test Artifacts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8423374" y="4116883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Detailed preparation of 50+ Test Cases, Test Plans, and Bug Reports per project module.</a:t>
            </a:r>
            <a:endParaRPr/>
          </a:p>
        </p:txBody>
      </p:sp>
      <p:pic>
        <p:nvPicPr>
          <p:cNvPr descr="image.png" id="268" name="Google Shape;26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9357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935783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2849" y="2935783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Manual Testing &amp; Smoke Protocols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1809750" y="4570214"/>
            <a:ext cx="85725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Success Summary: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Successfully integrated SQE principles across Web, DSA, and Mobile platforms. Automated suites in Cypress and Catch2 significantly reduced regression time while identifying critical logic flaws early.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1476375" y="2674739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1476375" y="3817739"/>
            <a:ext cx="2895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CORE REQ VERIFIED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5324475" y="2674739"/>
            <a:ext cx="2266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25+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5324475" y="3817739"/>
            <a:ext cx="2266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BUGS DOCUMENTED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8543925" y="2674739"/>
            <a:ext cx="2171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60+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8543925" y="3817739"/>
            <a:ext cx="217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AUTO TEST CASES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Project Outcomes &amp; Reliability</a:t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3700700" y="1532632"/>
            <a:ext cx="479059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THANK </a:t>
            </a:r>
            <a:r>
              <a:rPr b="1" i="0" lang="en-US" sz="480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YOU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3814762" y="2532757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Software Quality Engineering Portfolio Complete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3814762" y="3058417"/>
            <a:ext cx="4562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Ahmad Zia &amp; M. Abdullah | BSSE BS Semester 6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University Portfolio - Software Quality Engineering PBL</a:t>
            </a:r>
            <a:endParaRPr/>
          </a:p>
        </p:txBody>
      </p:sp>
      <p:pic>
        <p:nvPicPr>
          <p:cNvPr descr="image.png" id="295" name="Google Shape;29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1150" y="3896617"/>
            <a:ext cx="14097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/>
          <p:nvPr/>
        </p:nvSpPr>
        <p:spPr>
          <a:xfrm>
            <a:off x="571500" y="2315616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571500" y="3087141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571500" y="3858666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571500" y="30776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571500" y="30776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571500" y="38491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571500" y="38491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71500" y="47517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571500" y="47517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0" name="Google Shape;31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84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 txBox="1"/>
          <p:nvPr/>
        </p:nvSpPr>
        <p:spPr>
          <a:xfrm>
            <a:off x="1666875" y="2479476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https://i.ytimg.com/vi/LOwMOSBq2fk/hq720.jpg?sqp=-oaymwEhCK4FEIIDSFryq4qpAxMIARUAAAAAGAElAADIQj0AgKJD&amp;rs=AOn4CLDtp_jICs-GTMA6q1wQAVxfqe0C-A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1666875" y="270033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www.youtube.com</a:t>
            </a:r>
            <a:endParaRPr/>
          </a:p>
        </p:txBody>
      </p:sp>
      <p:pic>
        <p:nvPicPr>
          <p:cNvPr descr="image.png" id="313" name="Google Shape;31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300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/>
        </p:nvSpPr>
        <p:spPr>
          <a:xfrm>
            <a:off x="1666875" y="325100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https://media.easy-peasy.ai/aaa4dc35-316e-4d9b-a7c5-f5113287f8ce/6cc15754-9bef-4f5f-81ef-6b1c6c2329ca_medium.webp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1666875" y="347186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easy-peasy.ai</a:t>
            </a:r>
            <a:endParaRPr/>
          </a:p>
        </p:txBody>
      </p:sp>
      <p:pic>
        <p:nvPicPr>
          <p:cNvPr descr="image.png" id="316" name="Google Shape;31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7026"/>
            <a:ext cx="1171575" cy="71973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1666875" y="4001541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https://market-resized.envatousercontent.com/previews/files/557260527/travelprewv.png?w=590&amp;h=300&amp;cf_fit=crop&amp;crop=top&amp;format=auto&amp;q=85&amp;s=fe34e40e9625a3b1a44470de26d4e87570851b581e205893772e52ef0625b028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1666875" y="439563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codecanyon.net</a:t>
            </a:r>
            <a:endParaRPr/>
          </a:p>
        </p:txBody>
      </p:sp>
      <p:pic>
        <p:nvPicPr>
          <p:cNvPr descr="image.png" id="319" name="Google Shape;31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041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5"/>
          <p:cNvSpPr txBox="1"/>
          <p:nvPr/>
        </p:nvSpPr>
        <p:spPr>
          <a:xfrm>
            <a:off x="1666875" y="492516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https://www.inflectra.com/GraphicsViewer.aspx?url=~/Ideas/Topics/What-is-Quality-Engineering.doc&amp;name=wordml://03000001.png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1666875" y="514603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www.inflectra.com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